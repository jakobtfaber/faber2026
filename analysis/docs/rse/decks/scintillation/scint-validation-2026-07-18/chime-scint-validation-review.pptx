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Scintillation in CHIME/FRB Data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evidence, and open issues for the method ratification (wayfinder ticket 02)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analysis/window-tuning-campaign-2026-07-17/ at FLITS main 666306d1 · staged for Faber2026 by PR #140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Faber2026 · CHIME/FRB x DSA-110 co-detections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CHIME-band scintillation is hard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9844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Upchannelized baseband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298448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Δν_d sits near/below the native resolution; measurements ride the upchannelization chain, not raw channels.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2257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Coarse-channel bandpass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322576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common-mode structure within each 390.625 kHz coarse channel — shown to live upstream in the baseband (windowing left its amplitude unchanged, 0.586 → 0.62–0.68).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4670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3346704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gen-1 de-chirp defect contaminated early upchannelized products; every input must be gen-2+, checksum-provenanced.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0682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7083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Scattering-tail chromatics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4370832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carries broad spectral structure distinct from the narrow core scintle — window choice alone can inflate γ by 2.6–3.6×.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3095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9496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frequency ACF cannot tell these apart unaided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5394960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route below died on one of these confounds — the validation conditions exist to force the separation.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route graveyard — and what each failure bought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Predeclared gate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Cross-fitted all-pairs estimator (C1)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0" y="203911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Low-modulation calibration cells + family-wise null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203911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 cells passed; nulls failed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0" y="203911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Estimator-level cleverness cannot beat the common mode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11064240" cy="786384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9504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fine-channelization (P1)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0" y="288950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common-mode suppression, 5 predeclared variants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88950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0/5; amplitude unchanged → structure is upstream in baseband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0" y="2889504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the confound; killed re-channelization fixes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739896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statistic, Route B (P2)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74720" y="373989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(G2) + sensitivity (G1)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373989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PASS ~100×; G1 FAIL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0" y="3739896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the mode also cancels the signal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90288"/>
            <a:ext cx="11064240" cy="786384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9028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Delay-domain optimal estimator (P3)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74720" y="459028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≥3σ forecast; frozen gates; one-shot unblinding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45902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Calibrated; unblinded structure declined as intrinsic envelope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61120" y="459028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estimator exists; attribution is the bottleneck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modeling (P4)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0" y="544068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Predeclared grids + surrogate certification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544068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DOCUMENTED-FAIL: 13/14 operating points fail mismatch control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61120" y="544068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envelope not separable post hoc — must be handled in-window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requirements the failures forced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Predeclare, then look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thresholds, and status rules frozen before burst data is inspected — every route above did this; the survivor must too.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4F7F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off-pulse null distribution accompanies every measurement; a detection must beat its own null, not a theory curve.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4F7F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window systematic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variants are reported, not hidden — the window-choice spread (γ_win_sys) rides every quoted γ.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97180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4F7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by injection, not assertion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and model-selection thresholds chosen by known-truth injections with measured false-positive rates.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4F7F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status vocabulary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/ diagnostic_only / non_detection assigned by rule, with the basis string stored next to the number.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66344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4F7F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Two-band consistency as the external check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5166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CHIME γ(ν) scaling must cohere with the DSA band — the cross-check no single-band route could offer.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candidate method — windowed refit, two-band scaling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7498080" cy="73152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0759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07592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Coherently dedispersed, de-scalloped dynamic spectrum (gen-2+, checksummed)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7498080" cy="73152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selection: matched-significance burst core + pre-burst off-window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7498080" cy="73152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9008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99008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Per-subband frequency ACF (4 subbands)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7498080" cy="73152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3133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831336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2-Lorentzian vs 1-Lorentzian model selection (ΔBIC ≥ 6)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99432"/>
            <a:ext cx="7498080" cy="73152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67258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672584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γ(ν) per resolved subband, with scintle + window error terms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7498080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51383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513832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index α across resolved subbands; mechanical status rule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1234440"/>
            <a:ext cx="3291840" cy="493776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1463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 are injection-decided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2148840"/>
            <a:ext cx="2880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Core-boxcar window: on clean truth all three estimators agree to ~2%; with tail chromatics, tail-expanded inflates γ 2.6–3.6×, matched-weight 1.3–1.9× — core stays unbiased.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Pre-burst off-window: post-burst windows sit in the scattering tail and corrupt per-channel gains. For chromatica this is the difference between a 4-subband detection and a railed 2-subband collapse.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regularization ON — fitted grids uniform, absolute γ quotable.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Calibration: the fitter earns its thresholds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injection-recovery grid PASS — γ and inner components inside 90% CIs on known truth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0.02–3 MHz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over which the 2-component model recovers γ unbiased; the single Lorentzian fails a narrow scintle under a broad envelope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49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0/150 + 0/150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of the ΔBIC ≥ 6 two-component gate on envelope-only and pure-noise truth sets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56616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749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γ_win_sys, γ_tail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estimator variants keep the window systematic visible in every record, per subband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predeclared validation conditions (verbatim from the records)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2C6E4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3716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n_resolved_physical ≥ 3   AND   α ∈ (1.5, 6.0) open interval   AND   off-pulse null not majority-fail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46888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B07A1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diagnostic_only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subbands resolve but the slope is unphysical — e.g. hamilton: n=2 resolved, α = +8.94 outside (1.5, 6.0)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52044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4747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n_resolved_physical &lt; 2 — no measurable slope; no α is quoted at all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Per-subband ‘resolved’ is itself gated: amplitude S/N, shape check, and the ΔBIC line test must all pass; every γ carries fit, scintle, and window-systematic error terms. The basis string is stored beside every verdict — the rule is auditable per burst.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for ratification: the (1.5, 6.0) window — thin-screen Kolmogorov expects α ≈ 4.4; the permissive lower bound admits shallow scalings. Predeclared, but is it the interval you want to defend to a referee?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12-burst campaign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949440" cy="822960"/>
          </a:xfrm>
          <a:prstGeom prst="roundRect">
            <a:avLst>
              <a:gd name="adj" fmla="val 5556"/>
            </a:avLst>
          </a:prstGeom>
          <a:solidFill>
            <a:srgbClr val="F4F7F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81328"/>
            <a:ext cx="329184" cy="329184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29844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chromatica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77640" y="129844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+1.72 ± 0.40 (n = 4)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6949440" cy="822960"/>
          </a:xfrm>
          <a:prstGeom prst="roundRect">
            <a:avLst>
              <a:gd name="adj" fmla="val 5556"/>
            </a:avLst>
          </a:prstGeom>
          <a:solidFill>
            <a:srgbClr val="F4F7F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414016"/>
            <a:ext cx="329184" cy="329184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23113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77640" y="223113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+3.03 ± 0.65 (n = 3)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6949440" cy="822960"/>
          </a:xfrm>
          <a:prstGeom prst="roundRect">
            <a:avLst>
              <a:gd name="adj" fmla="val 5556"/>
            </a:avLst>
          </a:prstGeom>
          <a:solidFill>
            <a:srgbClr val="F4F7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346704"/>
            <a:ext cx="329184" cy="329184"/>
          </a:xfrm>
          <a:prstGeom prst="ellipse">
            <a:avLst/>
          </a:prstGeom>
          <a:solidFill>
            <a:srgbClr val="B07A1E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1638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77640" y="3163824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+8.94 ± 3.22 — unphysical slope, correctly quarantined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6949440" cy="822960"/>
          </a:xfrm>
          <a:prstGeom prst="roundRect">
            <a:avLst>
              <a:gd name="adj" fmla="val 5556"/>
            </a:avLst>
          </a:prstGeom>
          <a:solidFill>
            <a:srgbClr val="F4F7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279392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09651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casey, freya, phineas, wilhelm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409651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resolved subband each — below the 2-subband floor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6949440" cy="822960"/>
          </a:xfrm>
          <a:prstGeom prst="roundRect">
            <a:avLst>
              <a:gd name="adj" fmla="val 5556"/>
            </a:avLst>
          </a:prstGeom>
          <a:solidFill>
            <a:srgbClr val="F4F7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212080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502920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isha, johndoeII, mahi, oran, whitney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77640" y="502920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resolved subbands</a:t>
            </a:r>
            <a:endParaRPr lang="en-US" sz="1150" dirty="0"/>
          </a:p>
        </p:txBody>
      </p:sp>
      <p:pic>
        <p:nvPicPr>
          <p:cNvPr id="25" name="Image 0" descr="twoband_scint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3931920" cy="28346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Two-band scaling summary (staged for the manuscript in PR #140)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CHIME sample coverage: this campaign already ran all twelve co-detections — ratification does not ‘unblock’ a future CHIME run; it decides whether THIS one is citable.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detections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" name="Image 0" descr="chromatica_acf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4114800"/>
          </a:xfrm>
          <a:prstGeom prst="rect">
            <a:avLst/>
          </a:prstGeom>
        </p:spPr>
      </p:pic>
      <p:pic>
        <p:nvPicPr>
          <p:cNvPr id="6" name="Image 1" descr="zach_acf_lad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48640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chromatica — 4 resolved subbands, pre-burst window; α = +1.72 ± 0.40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09360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 — 3 resolved subbands; α = +3.03 ± 0.65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rejecting what should be rejected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5" name="Image 0" descr="hamilton_acf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4114800"/>
          </a:xfrm>
          <a:prstGeom prst="rect">
            <a:avLst/>
          </a:prstGeom>
        </p:spPr>
      </p:pic>
      <p:pic>
        <p:nvPicPr>
          <p:cNvPr id="6" name="Image 1" descr="freya_acf_lad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48640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5321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— 2 subbands resolve but α = +8.94 is unphysical → diagnostic_only, no science claim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09360" y="5532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freya — the burst that failed four qualification routes lands as non_detection here (1 resolved subband): the new method agrees with the graveyard rather than contradicting 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ratification must NOT cover: τ·Δν_d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two-screen products (τ·Δν_d = 26.7 / 61.0 / 386.7 / 1.3) are composite: Δν_d from this campaign, τ from the scattering mass-refit — which is still pre-ratification (leakage-injection verdict, count adoption, and validation all pending).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Ratifying τ·Δν_d now would smuggle unratified τ values into citability through a product.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Δν_d side citable with this ratification; τ·Δν_d and every screen-placement inference stay pending until the scattering side ratifies (free-α reporting + count remediation tickets).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scint-to-scattering coupling design (constraint layer, prior-odds geometry) consumes these as frozen posterior/limit products once both sides are trusted — sequencing is already on the map.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issue found in this review: the closure record is stale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validation.json (campaign closure)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#192-era: status=closed, 24 records (with _hi variants), n_measurements = 1 (chromatica_hi), figure_gate = FAIL, long artifact-failure 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7F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campaign_results.jsonl (beside it)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2011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R5/R6: 12 records, TWO detections, different status vocabulary (detection vs measurement)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campaign’s own finalization machinery (finalize_campaign.py: artifact validation + figure-review gates → promotion) has not been rerun over the R5/R6 records.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staged manuscript figures (PR #140) have not passed the hash-bound review the figure gate encodes.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manuscript-side loader/tests still encode the #192 contract — the pin bump fails CI until the sync (diagnosed on PR #140).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staged two-band figure quotes larger alpha errors than the records (zach ±1.78 vs ±0.65; chromatica ±0.74 vs ±0.40) — presumably a systematics-inflated convention; the convention must be named and made consistent before either number is quoted.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Ratification should therefore carry CONDITIONS PRECEDENT: rerun closure + figure review over R5/R6; regenerate validation.json; reconcile the error conventions; then the manuscript contract sync.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to the five-term re-trust contract (per decision (a))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ratification review · window-tuning campaign @ FLITS 666306d1 · 2026-07-18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841248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Verified input lineage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123444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(conditional)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23444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gen-2+ inputs, checksummed; confirm per-burst lineage table at closure rerun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167128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Injection recovery of known truth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0" y="21671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16712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+ discriminate harnesses; 9/9 grid; estimator chosen by injection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11064240" cy="841248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9981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Rail = rejection, never a limit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309981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by construction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0998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rails → subband unresolved → excluded from α; no railed value is quoted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03250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(iv) Posterior-predictive / adequacy check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4032504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032504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ΔBIC + shape gates play this role; no explicit PPC on the ACF fits — note for wf-13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65192"/>
            <a:ext cx="11064240" cy="841248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6519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(v) Independent cross-check, re-derived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496519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965192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two-band consistency is the check; DSA-band re-runs under the contract still owed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PARTIALs are the honest gaps wf-13 inherits — they are recorded, not hidden, and neither invalidates the predeclared-gate basis chosen for this ratification.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on the table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41A3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RATIFY — the 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50876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refit + core-boxcar + pre-burst off-window + ΔBIC model selection + mechanical status rules, as the qualifying CHIME-band route.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624328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41A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15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RATIFY — the verdicts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71576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12-burst status set and the two α scalings (chromatica +1.72±0.40, zach +3.03±0.65), citable once the conditions precedent clear.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31336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41A3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2277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— τ·Δν_d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922776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with unratified τ; stays pending behind the scattering-side ratification.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038344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12978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PRECEDENT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5129784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campaign closure + hash-bound figure review over R5/R6; regenerate validation.json; manuscript contract sync (turns PR #140 green). Decide the α-interval defense (1.5, 6.0).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grounded in the pinned artifacts at FLITS 666306d1; nothing depends on this session’s summary being right.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2026-07-18T22:09:10Z</dcterms:created>
  <dcterms:modified xsi:type="dcterms:W3CDTF">2026-07-18T22:09:10Z</dcterms:modified>
</cp:coreProperties>
</file>