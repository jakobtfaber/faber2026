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746aad99db45c9" /><Relationship Type="http://schemas.openxmlformats.org/officeDocument/2006/relationships/extended-properties" Target="/docProps/app.xml" Id="R6843416cfa0f4822" /><Relationship Type="http://schemas.openxmlformats.org/officeDocument/2006/relationships/officeDocument" Target="/ppt/presentation.xml" Id="Rabc219d9920e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0da9eff0dd4d6c"/>
  </p:sldMasterIdLst>
  <p:notesMasterIdLst>
    <p:notesMasterId xmlns:r="http://schemas.openxmlformats.org/officeDocument/2006/relationships" r:id="R49d18c6f79c241a4"/>
  </p:notesMasterIdLst>
  <p:sldIdLst>
    <p:sldId xmlns:r="http://schemas.openxmlformats.org/officeDocument/2006/relationships" id="256" r:id="R09466551f69e4cde"/>
    <p:sldId xmlns:r="http://schemas.openxmlformats.org/officeDocument/2006/relationships" id="257" r:id="Ra769b8cd54854334"/>
    <p:sldId xmlns:r="http://schemas.openxmlformats.org/officeDocument/2006/relationships" id="258" r:id="R90a0ce12cc314fbb"/>
    <p:sldId xmlns:r="http://schemas.openxmlformats.org/officeDocument/2006/relationships" id="259" r:id="Rd9579e7202114a4d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cfe1a6e04475a" /><Relationship Type="http://schemas.openxmlformats.org/officeDocument/2006/relationships/slideMaster" Target="/ppt/slideMasters/slideMaster1.xml" Id="R3d0da9eff0dd4d6c" /><Relationship Type="http://schemas.openxmlformats.org/officeDocument/2006/relationships/notesMaster" Target="/ppt/notesMasters/notesMaster1.xml" Id="R49d18c6f79c241a4" /><Relationship Type="http://schemas.openxmlformats.org/officeDocument/2006/relationships/presProps" Target="/ppt/presProps.xml" Id="R8786542618a44a40" /><Relationship Type="http://schemas.openxmlformats.org/officeDocument/2006/relationships/tableStyles" Target="/ppt/tableStyles.xml" Id="Ra5ffc03e2c944a49" /><Relationship Type="http://schemas.openxmlformats.org/officeDocument/2006/relationships/slide" Target="/ppt/slides/slide1.xml" Id="R09466551f69e4cde" /><Relationship Type="http://schemas.openxmlformats.org/officeDocument/2006/relationships/slide" Target="/ppt/slides/slide2.xml" Id="Ra769b8cd54854334" /><Relationship Type="http://schemas.openxmlformats.org/officeDocument/2006/relationships/slide" Target="/ppt/slides/slide3.xml" Id="R90a0ce12cc314fbb" /><Relationship Type="http://schemas.openxmlformats.org/officeDocument/2006/relationships/slide" Target="/ppt/slides/slide4.xml" Id="Rd9579e7202114a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dced371dd943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11d9e771014928" /><Relationship Type="http://schemas.openxmlformats.org/officeDocument/2006/relationships/notesMaster" Target="/ppt/notesMasters/notesMaster1.xml" Id="Re392444a73324f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ea4a725a864cfa" /><Relationship Type="http://schemas.openxmlformats.org/officeDocument/2006/relationships/notesMaster" Target="/ppt/notesMasters/notesMaster1.xml" Id="R941631cce2f44b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1f3fa51ba8449c" /><Relationship Type="http://schemas.openxmlformats.org/officeDocument/2006/relationships/notesMaster" Target="/ppt/notesMasters/notesMaster1.xml" Id="R412e327ec4f140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50bfe7c3b44f49" /><Relationship Type="http://schemas.openxmlformats.org/officeDocument/2006/relationships/notesMaster" Target="/ppt/notesMasters/notesMaster1.xml" Id="R2b6871bf3c2947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7fbc9149a4f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cbd75987b44fe0" /><Relationship Type="http://schemas.openxmlformats.org/officeDocument/2006/relationships/slideLayout" Target="/ppt/slideLayouts/slideLayout1.xml" Id="R5f3f29c9caca4c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3f29c9caca4c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c6301c76846bc" /><Relationship Type="http://schemas.openxmlformats.org/officeDocument/2006/relationships/notesSlide" Target="/ppt/notesSlides/notesSlide1.xml" Id="Rb8c6699920034a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f2cb2305c47c7" /><Relationship Type="http://schemas.openxmlformats.org/officeDocument/2006/relationships/image" Target="/ppt/media/image.png" Id="Ra47e325d21774147" /><Relationship Type="http://schemas.openxmlformats.org/officeDocument/2006/relationships/notesSlide" Target="/ppt/notesSlides/notesSlide2.xml" Id="R6883d5002ec04c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c8d0f1d684524" /><Relationship Type="http://schemas.openxmlformats.org/officeDocument/2006/relationships/image" Target="/ppt/media/image2.png" Id="R5ae715c6c7544ec4" /><Relationship Type="http://schemas.openxmlformats.org/officeDocument/2006/relationships/notesSlide" Target="/ppt/notesSlides/notesSlide3.xml" Id="Rff89fda7c1254e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d63806a4b4da6" /><Relationship Type="http://schemas.openxmlformats.org/officeDocument/2006/relationships/image" Target="/ppt/media/image3.png" Id="R613af830b7ce4163" /><Relationship Type="http://schemas.openxmlformats.org/officeDocument/2006/relationships/notesSlide" Target="/ppt/notesSlides/notesSlide4.xml" Id="R04905ab9b7334c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F5410F2-4FC6-4657-8893-6F35BBE2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28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A1C7C"/>
                </a:solidFill>
              </a:defRPr>
            </a:pPr>
            <a:r>
              <a:rPr sz="1500" b="1">
                <a:solidFill>
                  <a:srgbClr val="8A1C7C"/>
                </a:solidFill>
              </a:rPr>
              <a:t>FABER2026 · SCINTILLATION REVALIDATION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60160A-0B34-4174-BA56-F1759DB6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219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1515"/>
                </a:solidFill>
              </a:defRPr>
            </a:pPr>
            <a:r>
              <a:rPr sz="4350" b="1">
                <a:solidFill>
                  <a:srgbClr val="151515"/>
                </a:solidFill>
              </a:rPr>
              <a:t>Representative ACF outputs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AB8403D-AF45-44A9-A387-ADB7BA8D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1200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F3F46"/>
                </a:solidFill>
              </a:defRPr>
            </a:pPr>
            <a:r>
              <a:rPr sz="2250">
                <a:solidFill>
                  <a:srgbClr val="3F3F46"/>
                </a:solidFill>
              </a:rPr>
              <a:t>Freya and Casey DSA diagnostics, plus the Freya CHIME instrumental-control overview</a:t>
            </a:r>
          </a:p>
        </p:txBody>
      </p:sp>
      <p:sp>
        <p:nvSpPr>
          <p:cNvPr id="4" name="status">
            <a:extLst xmlns:a="http://schemas.openxmlformats.org/drawingml/2006/main">
              <a:ext uri="{FF2B5EF4-FFF2-40B4-BE49-F238E27FC236}">
                <a16:creationId xmlns:a16="http://schemas.microsoft.com/office/drawing/2014/main" id="{8BDEBFC3-7016-47AB-B788-8D3A5DE8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0"/>
            <a:ext cx="1219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1C7C"/>
                </a:solidFill>
              </a:defRPr>
            </a:pPr>
            <a:r>
              <a:rPr sz="1800" b="1">
                <a:solidFill>
                  <a:srgbClr val="8A1C7C"/>
                </a:solidFill>
              </a:rPr>
              <a:t>Current scientific status: DIAGNOSTIC ONLY · Phase 0 validation pending</a:t>
            </a:r>
          </a:p>
        </p:txBody>
      </p:sp>
    </p:spTree>
    <p:extLst>
      <p:ext uri="{BB962C8B-B14F-4D97-AF65-F5344CB8AC3E}">
        <p14:creationId xmlns:p14="http://schemas.microsoft.com/office/powerpoint/2010/main" val="1730670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12C70956-D586-45EC-8DB8-F71509E4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Freya — DSA diagnostic ACF</a:t>
            </a:r>
          </a:p>
        </p:txBody>
      </p:sp>
      <p:sp>
        <p:nvSpPr>
          <p:cNvPr id="2" name="subtitle-0">
            <a:extLst xmlns:a="http://schemas.openxmlformats.org/drawingml/2006/main">
              <a:ext uri="{FF2B5EF4-FFF2-40B4-BE49-F238E27FC236}">
                <a16:creationId xmlns:a16="http://schemas.microsoft.com/office/drawing/2014/main" id="{320A5260-D0D4-410D-A850-5F779BAB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14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525B"/>
                </a:solidFill>
              </a:defRPr>
            </a:pPr>
            <a:r>
              <a:rPr sz="1500">
                <a:solidFill>
                  <a:srgbClr val="52525B"/>
                </a:solidFill>
              </a:rPr>
              <a:t>Two sub-bands partitioned by equal integrated on-pulse signal (approximately equal S/N)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e325d21774147"/>
          <a:stretch xmlns:a="http://schemas.openxmlformats.org/drawingml/2006/main"/>
        </p:blipFill>
        <p:spPr>
          <a:xfrm xmlns:a="http://schemas.openxmlformats.org/drawingml/2006/main">
            <a:off x="2035719" y="1295400"/>
            <a:ext cx="11168562" cy="6705600"/>
          </a:xfrm>
          <a:prstGeom xmlns:a="http://schemas.openxmlformats.org/drawingml/2006/main" prst="rect">
            <a:avLst/>
          </a:prstGeom>
        </p:spPr>
      </p:pic>
      <p:sp>
        <p:nvSpPr>
          <p:cNvPr id="4" name="footer-0">
            <a:extLst xmlns:a="http://schemas.openxmlformats.org/drawingml/2006/main">
              <a:ext uri="{FF2B5EF4-FFF2-40B4-BE49-F238E27FC236}">
                <a16:creationId xmlns:a16="http://schemas.microsoft.com/office/drawing/2014/main" id="{459A2A3E-DEB0-4167-8A5A-3F187833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8096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1717A"/>
                </a:solidFill>
              </a:defRPr>
            </a:pPr>
            <a:r>
              <a:rPr sz="1125">
                <a:solidFill>
                  <a:srgbClr val="71717A"/>
                </a:solidFill>
              </a:rPr>
              <a:t>2 / 4</a:t>
            </a:r>
          </a:p>
        </p:txBody>
      </p:sp>
    </p:spTree>
    <p:extLst>
      <p:ext uri="{BB962C8B-B14F-4D97-AF65-F5344CB8AC3E}">
        <p14:creationId xmlns:p14="http://schemas.microsoft.com/office/powerpoint/2010/main" val="677897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81249375-45CF-45B7-B3A1-8EB8D57F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Casey — DSA diagnostic ACF</a:t>
            </a:r>
          </a:p>
        </p:txBody>
      </p:sp>
      <p:sp>
        <p:nvSpPr>
          <p:cNvPr id="2" name="subtitle-1">
            <a:extLst xmlns:a="http://schemas.openxmlformats.org/drawingml/2006/main">
              <a:ext uri="{FF2B5EF4-FFF2-40B4-BE49-F238E27FC236}">
                <a16:creationId xmlns:a16="http://schemas.microsoft.com/office/drawing/2014/main" id="{F12404BF-54D1-4A27-81D5-67D3C02A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14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525B"/>
                </a:solidFill>
              </a:defRPr>
            </a:pPr>
            <a:r>
              <a:rPr sz="1500">
                <a:solidFill>
                  <a:srgbClr val="52525B"/>
                </a:solidFill>
              </a:rPr>
              <a:t>Four sub-bands partitioned by equal integrated on-pulse signal (approximately equal S/N)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715c6c7544ec4"/>
          <a:stretch xmlns:a="http://schemas.openxmlformats.org/drawingml/2006/main"/>
        </p:blipFill>
        <p:spPr>
          <a:xfrm xmlns:a="http://schemas.openxmlformats.org/drawingml/2006/main">
            <a:off x="3740055" y="1295400"/>
            <a:ext cx="7759891" cy="6705600"/>
          </a:xfrm>
          <a:prstGeom xmlns:a="http://schemas.openxmlformats.org/drawingml/2006/main" prst="rect">
            <a:avLst/>
          </a:prstGeom>
        </p:spPr>
      </p:pic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7D9E1FF3-C86C-4621-B720-1FCB963F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8096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1717A"/>
                </a:solidFill>
              </a:defRPr>
            </a:pPr>
            <a:r>
              <a:rPr sz="1125">
                <a:solidFill>
                  <a:srgbClr val="71717A"/>
                </a:solidFill>
              </a:rPr>
              <a:t>3 / 4</a:t>
            </a:r>
          </a:p>
        </p:txBody>
      </p:sp>
    </p:spTree>
    <p:extLst>
      <p:ext uri="{BB962C8B-B14F-4D97-AF65-F5344CB8AC3E}">
        <p14:creationId xmlns:p14="http://schemas.microsoft.com/office/powerpoint/2010/main" val="1120741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669B06B8-93D6-442C-85F0-7FB2AAFA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Freya — CHIME instrumental-origin control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BA94D506-CE46-4335-A762-D5D727E1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14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525B"/>
                </a:solidFill>
              </a:defRPr>
            </a:pPr>
            <a:r>
              <a:rPr sz="1500">
                <a:solidFill>
                  <a:srgbClr val="52525B"/>
                </a:solidFill>
              </a:rPr>
              <a:t>Original 2026-07-05 overview retained for direct comparison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af830b7ce4163"/>
          <a:stretch xmlns:a="http://schemas.openxmlformats.org/drawingml/2006/main"/>
        </p:blipFill>
        <p:spPr>
          <a:xfrm xmlns:a="http://schemas.openxmlformats.org/drawingml/2006/main">
            <a:off x="3208421" y="1295400"/>
            <a:ext cx="8823158" cy="6705600"/>
          </a:xfrm>
          <a:prstGeom xmlns:a="http://schemas.openxmlformats.org/drawingml/2006/main" prst="rect">
            <a:avLst/>
          </a:prstGeom>
        </p:spPr>
      </p:pic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6E7F4EF9-FAF4-41F2-812D-5EE78C8A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8096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1717A"/>
                </a:solidFill>
              </a:defRPr>
            </a:pPr>
            <a:r>
              <a:rPr sz="1125">
                <a:solidFill>
                  <a:srgbClr val="71717A"/>
                </a:solidFill>
              </a:rPr>
              <a:t>4 / 4</a:t>
            </a:r>
          </a:p>
        </p:txBody>
      </p:sp>
    </p:spTree>
    <p:extLst>
      <p:ext uri="{BB962C8B-B14F-4D97-AF65-F5344CB8AC3E}">
        <p14:creationId xmlns:p14="http://schemas.microsoft.com/office/powerpoint/2010/main" val="468544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2026-07-10T16:26:26.8790000Z</dcterms:created>
  <dcterms:modified xsi:type="dcterms:W3CDTF">2026-07-10T16:26:26.8790000Z</dcterms:modified>
</coreProperties>
</file>