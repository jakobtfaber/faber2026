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1bc62b09e00460a" /><Relationship Type="http://schemas.openxmlformats.org/officeDocument/2006/relationships/extended-properties" Target="/docProps/app.xml" Id="R538de8fa6d234d5e" /><Relationship Type="http://schemas.openxmlformats.org/officeDocument/2006/relationships/officeDocument" Target="/ppt/presentation.xml" Id="R5672999d4b6a4f7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fde710d12ce4181"/>
  </p:sldMasterIdLst>
  <p:notesMasterIdLst>
    <p:notesMasterId xmlns:r="http://schemas.openxmlformats.org/officeDocument/2006/relationships" r:id="R7392b80944814093"/>
  </p:notesMasterIdLst>
  <p:sldIdLst>
    <p:sldId xmlns:r="http://schemas.openxmlformats.org/officeDocument/2006/relationships" id="256" r:id="R9058de772d394a63"/>
    <p:sldId xmlns:r="http://schemas.openxmlformats.org/officeDocument/2006/relationships" id="257" r:id="R9a4c262f9222489e"/>
    <p:sldId xmlns:r="http://schemas.openxmlformats.org/officeDocument/2006/relationships" id="258" r:id="R4aa9e29badd9432f"/>
    <p:sldId xmlns:r="http://schemas.openxmlformats.org/officeDocument/2006/relationships" id="259" r:id="Rd2e7553966254d63"/>
  </p:sldIdLst>
  <p:sldSz cx="15240000" cy="85725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8d5efe64e3f4c99" /><Relationship Type="http://schemas.openxmlformats.org/officeDocument/2006/relationships/slideMaster" Target="/ppt/slideMasters/slideMaster1.xml" Id="R6fde710d12ce4181" /><Relationship Type="http://schemas.openxmlformats.org/officeDocument/2006/relationships/notesMaster" Target="/ppt/notesMasters/notesMaster1.xml" Id="R7392b80944814093" /><Relationship Type="http://schemas.openxmlformats.org/officeDocument/2006/relationships/presProps" Target="/ppt/presProps.xml" Id="R1a9559c066cb4858" /><Relationship Type="http://schemas.openxmlformats.org/officeDocument/2006/relationships/tableStyles" Target="/ppt/tableStyles.xml" Id="Redfd556e66c240c5" /><Relationship Type="http://schemas.openxmlformats.org/officeDocument/2006/relationships/slide" Target="/ppt/slides/slide1.xml" Id="R9058de772d394a63" /><Relationship Type="http://schemas.openxmlformats.org/officeDocument/2006/relationships/slide" Target="/ppt/slides/slide2.xml" Id="R9a4c262f9222489e" /><Relationship Type="http://schemas.openxmlformats.org/officeDocument/2006/relationships/slide" Target="/ppt/slides/slide3.xml" Id="R4aa9e29badd9432f" /><Relationship Type="http://schemas.openxmlformats.org/officeDocument/2006/relationships/slide" Target="/ppt/slides/slide4.xml" Id="Rd2e7553966254d6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963155dfaca41e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442004c3ec34236" /><Relationship Type="http://schemas.openxmlformats.org/officeDocument/2006/relationships/notesMaster" Target="/ppt/notesMasters/notesMaster1.xml" Id="R76140084c2ad4e2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f7aa83f9ffb404f" /><Relationship Type="http://schemas.openxmlformats.org/officeDocument/2006/relationships/notesMaster" Target="/ppt/notesMasters/notesMaster1.xml" Id="R73cfa2063f83463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1a89bb8c4674354" /><Relationship Type="http://schemas.openxmlformats.org/officeDocument/2006/relationships/notesMaster" Target="/ppt/notesMasters/notesMaster1.xml" Id="R8589a571107a4c5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87398af63f3485c" /><Relationship Type="http://schemas.openxmlformats.org/officeDocument/2006/relationships/notesMaster" Target="/ppt/notesMasters/notesMaster1.xml" Id="Rfedfb9025a234ca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44188f3ea7a47e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ca60d87a5e442ad" /><Relationship Type="http://schemas.openxmlformats.org/officeDocument/2006/relationships/slideLayout" Target="/ppt/slideLayouts/slideLayout1.xml" Id="R02b08cd974634ab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2b08cd974634ab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134aabff854025" /><Relationship Type="http://schemas.openxmlformats.org/officeDocument/2006/relationships/notesSlide" Target="/ppt/notesSlides/notesSlide1.xml" Id="R86e23e80551b4c4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7b99860d8a44f2" /><Relationship Type="http://schemas.openxmlformats.org/officeDocument/2006/relationships/image" Target="/ppt/media/image.png" Id="R71e9f472f9ff4575" /><Relationship Type="http://schemas.openxmlformats.org/officeDocument/2006/relationships/notesSlide" Target="/ppt/notesSlides/notesSlide2.xml" Id="R0ab45f764399432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c4da3e997d49a5" /><Relationship Type="http://schemas.openxmlformats.org/officeDocument/2006/relationships/image" Target="/ppt/media/image2.png" Id="Rf90d876e6b9e406c" /><Relationship Type="http://schemas.openxmlformats.org/officeDocument/2006/relationships/notesSlide" Target="/ppt/notesSlides/notesSlide3.xml" Id="Rfc0f8a085ad04ca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3d0bc256b24b8f" /><Relationship Type="http://schemas.openxmlformats.org/officeDocument/2006/relationships/image" Target="/ppt/media/image3.png" Id="R22d00f3ac83b43a8" /><Relationship Type="http://schemas.openxmlformats.org/officeDocument/2006/relationships/notesSlide" Target="/ppt/notesSlides/notesSlide4.xml" Id="R271074ec6def443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B1E2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">
            <a:extLst xmlns:a="http://schemas.openxmlformats.org/drawingml/2006/main">
              <a:ext uri="{FF2B5EF4-FFF2-40B4-BE49-F238E27FC236}">
                <a16:creationId xmlns:a16="http://schemas.microsoft.com/office/drawing/2014/main" id="{226424E2-5095-4FAA-B8A3-C0791329A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667000"/>
            <a:ext cx="12573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900" b="1">
                <a:solidFill>
                  <a:srgbClr val="FFFFFF"/>
                </a:solidFill>
              </a:defRPr>
            </a:pPr>
            <a:r>
              <a:rPr sz="3900" b="1">
                <a:solidFill>
                  <a:srgbClr val="FFFFFF"/>
                </a:solidFill>
              </a:rPr>
              <a:t>Representative ACF outputs</a:t>
            </a:r>
          </a:p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48101AF3-B96F-4CC8-966F-F09B1AD3C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10000"/>
            <a:ext cx="11811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>
                <a:solidFill>
                  <a:srgbClr val="5C6078"/>
                </a:solidFill>
              </a:defRPr>
            </a:pPr>
            <a:r>
              <a:rPr sz="1800">
                <a:solidFill>
                  <a:srgbClr val="5C6078"/>
                </a:solidFill>
              </a:rPr>
              <a:t>Freya and Casey DSA diagnostics, plus the Freya CHIME instrumental-control overview</a:t>
            </a:r>
          </a:p>
        </p:txBody>
      </p:sp>
      <p:sp>
        <p:nvSpPr>
          <p:cNvPr id="3" name="status">
            <a:extLst xmlns:a="http://schemas.openxmlformats.org/drawingml/2006/main">
              <a:ext uri="{FF2B5EF4-FFF2-40B4-BE49-F238E27FC236}">
                <a16:creationId xmlns:a16="http://schemas.microsoft.com/office/drawing/2014/main" id="{77E72EC7-1E53-46F0-8A01-B161F6231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5334000"/>
            <a:ext cx="9525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>
                <a:solidFill>
                  <a:srgbClr val="5C6078"/>
                </a:solidFill>
              </a:defRPr>
            </a:pPr>
            <a:r>
              <a:rPr sz="1350">
                <a:solidFill>
                  <a:srgbClr val="5C6078"/>
                </a:solidFill>
              </a:rPr>
              <a:t>Faber2026 · scintillation revalidation · DIAGNOSTIC ONLY</a:t>
            </a:r>
          </a:p>
        </p:txBody>
      </p:sp>
    </p:spTree>
    <p:extLst>
      <p:ext uri="{BB962C8B-B14F-4D97-AF65-F5344CB8AC3E}">
        <p14:creationId xmlns:p14="http://schemas.microsoft.com/office/powerpoint/2010/main" val="213025771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1B1E2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-0">
            <a:extLst xmlns:a="http://schemas.openxmlformats.org/drawingml/2006/main">
              <a:ext uri="{FF2B5EF4-FFF2-40B4-BE49-F238E27FC236}">
                <a16:creationId xmlns:a16="http://schemas.microsoft.com/office/drawing/2014/main" id="{8AD88496-B4D9-4045-8DBE-CF746B4AB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9100"/>
            <a:ext cx="1371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FFFFFF"/>
                </a:solidFill>
              </a:defRPr>
            </a:pPr>
            <a:r>
              <a:rPr sz="2700" b="1">
                <a:solidFill>
                  <a:srgbClr val="FFFFFF"/>
                </a:solidFill>
              </a:rPr>
              <a:t>Freya — DSA diagnostic ACF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e9f472f9ff4575"/>
          <a:stretch xmlns:a="http://schemas.openxmlformats.org/drawingml/2006/main"/>
        </p:blipFill>
        <p:spPr>
          <a:xfrm xmlns:a="http://schemas.openxmlformats.org/drawingml/2006/main">
            <a:off x="2321279" y="1200150"/>
            <a:ext cx="10597442" cy="6362700"/>
          </a:xfrm>
          <a:prstGeom xmlns:a="http://schemas.openxmlformats.org/drawingml/2006/main" prst="rect">
            <a:avLst/>
          </a:prstGeom>
        </p:spPr>
      </p:pic>
      <p:sp>
        <p:nvSpPr>
          <p:cNvPr id="3" name="subtitle-0">
            <a:extLst xmlns:a="http://schemas.openxmlformats.org/drawingml/2006/main">
              <a:ext uri="{FF2B5EF4-FFF2-40B4-BE49-F238E27FC236}">
                <a16:creationId xmlns:a16="http://schemas.microsoft.com/office/drawing/2014/main" id="{E648C6AE-F879-4725-83E1-9225E2093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7715250"/>
            <a:ext cx="1181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>
                <a:solidFill>
                  <a:srgbClr val="5C6078"/>
                </a:solidFill>
              </a:defRPr>
            </a:pPr>
            <a:r>
              <a:rPr sz="1200">
                <a:solidFill>
                  <a:srgbClr val="5C6078"/>
                </a:solidFill>
              </a:rPr>
              <a:t>Two sub-bands partitioned by equal integrated on-pulse signal (approximately equal S/N)</a:t>
            </a:r>
          </a:p>
        </p:txBody>
      </p:sp>
      <p:sp>
        <p:nvSpPr>
          <p:cNvPr id="4" name="footer-0">
            <a:extLst xmlns:a="http://schemas.openxmlformats.org/drawingml/2006/main">
              <a:ext uri="{FF2B5EF4-FFF2-40B4-BE49-F238E27FC236}">
                <a16:creationId xmlns:a16="http://schemas.microsoft.com/office/drawing/2014/main" id="{C3E9FCD4-21D6-4AA5-8E5C-7710858A0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0" y="811530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5C6078"/>
                </a:solidFill>
              </a:defRPr>
            </a:pPr>
            <a:r>
              <a:rPr sz="975">
                <a:solidFill>
                  <a:srgbClr val="5C6078"/>
                </a:solidFill>
              </a:rPr>
              <a:t>2 / 4</a:t>
            </a:r>
          </a:p>
        </p:txBody>
      </p:sp>
    </p:spTree>
    <p:extLst>
      <p:ext uri="{BB962C8B-B14F-4D97-AF65-F5344CB8AC3E}">
        <p14:creationId xmlns:p14="http://schemas.microsoft.com/office/powerpoint/2010/main" val="183865003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B1E2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-1">
            <a:extLst xmlns:a="http://schemas.openxmlformats.org/drawingml/2006/main">
              <a:ext uri="{FF2B5EF4-FFF2-40B4-BE49-F238E27FC236}">
                <a16:creationId xmlns:a16="http://schemas.microsoft.com/office/drawing/2014/main" id="{97DC9CEE-3BFB-4F74-BBCD-75EEB6FF0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9100"/>
            <a:ext cx="1371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FFFFFF"/>
                </a:solidFill>
              </a:defRPr>
            </a:pPr>
            <a:r>
              <a:rPr sz="2700" b="1">
                <a:solidFill>
                  <a:srgbClr val="FFFFFF"/>
                </a:solidFill>
              </a:rPr>
              <a:t>Casey — DSA diagnostic ACF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0d876e6b9e406c"/>
          <a:stretch xmlns:a="http://schemas.openxmlformats.org/drawingml/2006/main"/>
        </p:blipFill>
        <p:spPr>
          <a:xfrm xmlns:a="http://schemas.openxmlformats.org/drawingml/2006/main">
            <a:off x="3938461" y="1200150"/>
            <a:ext cx="7363078" cy="6362700"/>
          </a:xfrm>
          <a:prstGeom xmlns:a="http://schemas.openxmlformats.org/drawingml/2006/main" prst="rect">
            <a:avLst/>
          </a:prstGeom>
        </p:spPr>
      </p:pic>
      <p:sp>
        <p:nvSpPr>
          <p:cNvPr id="3" name="subtitle-1">
            <a:extLst xmlns:a="http://schemas.openxmlformats.org/drawingml/2006/main">
              <a:ext uri="{FF2B5EF4-FFF2-40B4-BE49-F238E27FC236}">
                <a16:creationId xmlns:a16="http://schemas.microsoft.com/office/drawing/2014/main" id="{D58487E1-F376-49AB-9F71-3B164F4BA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7715250"/>
            <a:ext cx="1181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>
                <a:solidFill>
                  <a:srgbClr val="5C6078"/>
                </a:solidFill>
              </a:defRPr>
            </a:pPr>
            <a:r>
              <a:rPr sz="1200">
                <a:solidFill>
                  <a:srgbClr val="5C6078"/>
                </a:solidFill>
              </a:rPr>
              <a:t>Four sub-bands partitioned by equal integrated on-pulse signal (approximately equal S/N)</a:t>
            </a:r>
          </a:p>
        </p:txBody>
      </p:sp>
      <p:sp>
        <p:nvSpPr>
          <p:cNvPr id="4" name="footer-1">
            <a:extLst xmlns:a="http://schemas.openxmlformats.org/drawingml/2006/main">
              <a:ext uri="{FF2B5EF4-FFF2-40B4-BE49-F238E27FC236}">
                <a16:creationId xmlns:a16="http://schemas.microsoft.com/office/drawing/2014/main" id="{2DD34382-6CCA-44D8-8C59-2A51CE110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0" y="811530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5C6078"/>
                </a:solidFill>
              </a:defRPr>
            </a:pPr>
            <a:r>
              <a:rPr sz="975">
                <a:solidFill>
                  <a:srgbClr val="5C6078"/>
                </a:solidFill>
              </a:rPr>
              <a:t>3 / 4</a:t>
            </a:r>
          </a:p>
        </p:txBody>
      </p:sp>
    </p:spTree>
    <p:extLst>
      <p:ext uri="{BB962C8B-B14F-4D97-AF65-F5344CB8AC3E}">
        <p14:creationId xmlns:p14="http://schemas.microsoft.com/office/powerpoint/2010/main" val="174615960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B1E2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-2">
            <a:extLst xmlns:a="http://schemas.openxmlformats.org/drawingml/2006/main">
              <a:ext uri="{FF2B5EF4-FFF2-40B4-BE49-F238E27FC236}">
                <a16:creationId xmlns:a16="http://schemas.microsoft.com/office/drawing/2014/main" id="{E1AC1832-4D32-4D64-A5F4-A34799A00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9100"/>
            <a:ext cx="1371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FFFFFF"/>
                </a:solidFill>
              </a:defRPr>
            </a:pPr>
            <a:r>
              <a:rPr sz="2700" b="1">
                <a:solidFill>
                  <a:srgbClr val="FFFFFF"/>
                </a:solidFill>
              </a:rPr>
              <a:t>Freya — CHIME instrumental-origin control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d00f3ac83b43a8"/>
          <a:stretch xmlns:a="http://schemas.openxmlformats.org/drawingml/2006/main"/>
        </p:blipFill>
        <p:spPr>
          <a:xfrm xmlns:a="http://schemas.openxmlformats.org/drawingml/2006/main">
            <a:off x="3434013" y="1200150"/>
            <a:ext cx="8371974" cy="6362700"/>
          </a:xfrm>
          <a:prstGeom xmlns:a="http://schemas.openxmlformats.org/drawingml/2006/main" prst="rect">
            <a:avLst/>
          </a:prstGeom>
        </p:spPr>
      </p:pic>
      <p:sp>
        <p:nvSpPr>
          <p:cNvPr id="3" name="subtitle-2">
            <a:extLst xmlns:a="http://schemas.openxmlformats.org/drawingml/2006/main">
              <a:ext uri="{FF2B5EF4-FFF2-40B4-BE49-F238E27FC236}">
                <a16:creationId xmlns:a16="http://schemas.microsoft.com/office/drawing/2014/main" id="{C153CD9B-9409-400B-BF45-1F271CAA2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7715250"/>
            <a:ext cx="1181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>
                <a:solidFill>
                  <a:srgbClr val="5C6078"/>
                </a:solidFill>
              </a:defRPr>
            </a:pPr>
            <a:r>
              <a:rPr sz="1200">
                <a:solidFill>
                  <a:srgbClr val="5C6078"/>
                </a:solidFill>
              </a:rPr>
              <a:t>Original 2026-07-05 overview retained for direct comparison</a:t>
            </a:r>
          </a:p>
        </p:txBody>
      </p:sp>
      <p:sp>
        <p:nvSpPr>
          <p:cNvPr id="4" name="footer-2">
            <a:extLst xmlns:a="http://schemas.openxmlformats.org/drawingml/2006/main">
              <a:ext uri="{FF2B5EF4-FFF2-40B4-BE49-F238E27FC236}">
                <a16:creationId xmlns:a16="http://schemas.microsoft.com/office/drawing/2014/main" id="{A61D0650-9819-482E-AC2C-B7CF98539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0" y="811530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5C6078"/>
                </a:solidFill>
              </a:defRPr>
            </a:pPr>
            <a:r>
              <a:rPr sz="975">
                <a:solidFill>
                  <a:srgbClr val="5C6078"/>
                </a:solidFill>
              </a:rPr>
              <a:t>4 / 4</a:t>
            </a:r>
          </a:p>
        </p:txBody>
      </p:sp>
    </p:spTree>
    <p:extLst>
      <p:ext uri="{BB962C8B-B14F-4D97-AF65-F5344CB8AC3E}">
        <p14:creationId xmlns:p14="http://schemas.microsoft.com/office/powerpoint/2010/main" val="166709575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2026-07-10T17:05:36.2320000Z</dcterms:created>
  <dcterms:modified xsi:type="dcterms:W3CDTF">2026-07-10T17:05:36.2320000Z</dcterms:modified>
</coreProperties>
</file>